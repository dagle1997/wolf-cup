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4C6E6C-B6FB-4FDE-84AC-25AC8BBC012A}" v="1" dt="2022-05-16T20:35:24.6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1" autoAdjust="0"/>
    <p:restoredTop sz="94660"/>
  </p:normalViewPr>
  <p:slideViewPr>
    <p:cSldViewPr snapToGrid="0">
      <p:cViewPr varScale="1">
        <p:scale>
          <a:sx n="132" d="100"/>
          <a:sy n="132" d="100"/>
        </p:scale>
        <p:origin x="23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 Stoll" userId="b5128133-e60d-4bcb-956b-eb1c35d775c3" providerId="ADAL" clId="{F54C6E6C-B6FB-4FDE-84AC-25AC8BBC012A}"/>
    <pc:docChg chg="modSld">
      <pc:chgData name="Josh Stoll" userId="b5128133-e60d-4bcb-956b-eb1c35d775c3" providerId="ADAL" clId="{F54C6E6C-B6FB-4FDE-84AC-25AC8BBC012A}" dt="2022-05-16T20:40:29.449" v="29" actId="20577"/>
      <pc:docMkLst>
        <pc:docMk/>
      </pc:docMkLst>
      <pc:sldChg chg="addSp modSp mod">
        <pc:chgData name="Josh Stoll" userId="b5128133-e60d-4bcb-956b-eb1c35d775c3" providerId="ADAL" clId="{F54C6E6C-B6FB-4FDE-84AC-25AC8BBC012A}" dt="2022-05-16T20:40:29.449" v="29" actId="20577"/>
        <pc:sldMkLst>
          <pc:docMk/>
          <pc:sldMk cId="3119532018" sldId="256"/>
        </pc:sldMkLst>
        <pc:spChg chg="mod">
          <ac:chgData name="Josh Stoll" userId="b5128133-e60d-4bcb-956b-eb1c35d775c3" providerId="ADAL" clId="{F54C6E6C-B6FB-4FDE-84AC-25AC8BBC012A}" dt="2022-05-16T20:40:29.449" v="29" actId="20577"/>
          <ac:spMkLst>
            <pc:docMk/>
            <pc:sldMk cId="3119532018" sldId="256"/>
            <ac:spMk id="8" creationId="{3F5A551B-9D97-A8E8-6C16-E04F4ACA528E}"/>
          </ac:spMkLst>
        </pc:spChg>
        <pc:picChg chg="add mod ord">
          <ac:chgData name="Josh Stoll" userId="b5128133-e60d-4bcb-956b-eb1c35d775c3" providerId="ADAL" clId="{F54C6E6C-B6FB-4FDE-84AC-25AC8BBC012A}" dt="2022-05-16T20:38:13.212" v="19" actId="29295"/>
          <ac:picMkLst>
            <pc:docMk/>
            <pc:sldMk cId="3119532018" sldId="256"/>
            <ac:picMk id="3" creationId="{A32FEA0B-7A8F-F71D-3D3A-EEA07B9280BF}"/>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FEA88-3AEC-8F33-E1E4-924A73FC89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0CC0F4-3F58-BAC2-D039-46BF6CF1EA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1EF27C4-DFDF-014C-A727-A540AC5A8797}"/>
              </a:ext>
            </a:extLst>
          </p:cNvPr>
          <p:cNvSpPr>
            <a:spLocks noGrp="1"/>
          </p:cNvSpPr>
          <p:nvPr>
            <p:ph type="dt" sz="half" idx="10"/>
          </p:nvPr>
        </p:nvSpPr>
        <p:spPr/>
        <p:txBody>
          <a:bodyPr/>
          <a:lstStyle/>
          <a:p>
            <a:fld id="{25A5DA07-31DA-4F6E-A789-EA7B1DF47A34}" type="datetimeFigureOut">
              <a:rPr lang="en-US" smtClean="0"/>
              <a:t>5/16/2022</a:t>
            </a:fld>
            <a:endParaRPr lang="en-US"/>
          </a:p>
        </p:txBody>
      </p:sp>
      <p:sp>
        <p:nvSpPr>
          <p:cNvPr id="5" name="Footer Placeholder 4">
            <a:extLst>
              <a:ext uri="{FF2B5EF4-FFF2-40B4-BE49-F238E27FC236}">
                <a16:creationId xmlns:a16="http://schemas.microsoft.com/office/drawing/2014/main" id="{66BC2529-B529-4C3D-97C7-2A3B1B2BF3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31E89C-E3BA-58B0-5CF8-A13C8620675F}"/>
              </a:ext>
            </a:extLst>
          </p:cNvPr>
          <p:cNvSpPr>
            <a:spLocks noGrp="1"/>
          </p:cNvSpPr>
          <p:nvPr>
            <p:ph type="sldNum" sz="quarter" idx="12"/>
          </p:nvPr>
        </p:nvSpPr>
        <p:spPr/>
        <p:txBody>
          <a:bodyPr/>
          <a:lstStyle/>
          <a:p>
            <a:fld id="{FA65958A-44E9-4691-994D-99BF963012D7}" type="slidenum">
              <a:rPr lang="en-US" smtClean="0"/>
              <a:t>‹#›</a:t>
            </a:fld>
            <a:endParaRPr lang="en-US"/>
          </a:p>
        </p:txBody>
      </p:sp>
    </p:spTree>
    <p:extLst>
      <p:ext uri="{BB962C8B-B14F-4D97-AF65-F5344CB8AC3E}">
        <p14:creationId xmlns:p14="http://schemas.microsoft.com/office/powerpoint/2010/main" val="30504092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C0F05-3435-144E-2217-7B01492823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855AF2-65FE-5FB3-CEDE-0E10DE0CB3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E651F3-4C30-35FF-22DE-7442F99DA065}"/>
              </a:ext>
            </a:extLst>
          </p:cNvPr>
          <p:cNvSpPr>
            <a:spLocks noGrp="1"/>
          </p:cNvSpPr>
          <p:nvPr>
            <p:ph type="dt" sz="half" idx="10"/>
          </p:nvPr>
        </p:nvSpPr>
        <p:spPr/>
        <p:txBody>
          <a:bodyPr/>
          <a:lstStyle/>
          <a:p>
            <a:fld id="{25A5DA07-31DA-4F6E-A789-EA7B1DF47A34}" type="datetimeFigureOut">
              <a:rPr lang="en-US" smtClean="0"/>
              <a:t>5/16/2022</a:t>
            </a:fld>
            <a:endParaRPr lang="en-US"/>
          </a:p>
        </p:txBody>
      </p:sp>
      <p:sp>
        <p:nvSpPr>
          <p:cNvPr id="5" name="Footer Placeholder 4">
            <a:extLst>
              <a:ext uri="{FF2B5EF4-FFF2-40B4-BE49-F238E27FC236}">
                <a16:creationId xmlns:a16="http://schemas.microsoft.com/office/drawing/2014/main" id="{EAE33707-F354-E761-CEE2-B0B2597262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110082-B6E1-CB25-6865-42279D119DD5}"/>
              </a:ext>
            </a:extLst>
          </p:cNvPr>
          <p:cNvSpPr>
            <a:spLocks noGrp="1"/>
          </p:cNvSpPr>
          <p:nvPr>
            <p:ph type="sldNum" sz="quarter" idx="12"/>
          </p:nvPr>
        </p:nvSpPr>
        <p:spPr/>
        <p:txBody>
          <a:bodyPr/>
          <a:lstStyle/>
          <a:p>
            <a:fld id="{FA65958A-44E9-4691-994D-99BF963012D7}" type="slidenum">
              <a:rPr lang="en-US" smtClean="0"/>
              <a:t>‹#›</a:t>
            </a:fld>
            <a:endParaRPr lang="en-US"/>
          </a:p>
        </p:txBody>
      </p:sp>
    </p:spTree>
    <p:extLst>
      <p:ext uri="{BB962C8B-B14F-4D97-AF65-F5344CB8AC3E}">
        <p14:creationId xmlns:p14="http://schemas.microsoft.com/office/powerpoint/2010/main" val="2784497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D4857-935B-267D-62DB-07E7FED97B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457DA54-FA41-69B2-37D3-9438B2CC2E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727831-29BE-1B87-E03E-13B7815A1103}"/>
              </a:ext>
            </a:extLst>
          </p:cNvPr>
          <p:cNvSpPr>
            <a:spLocks noGrp="1"/>
          </p:cNvSpPr>
          <p:nvPr>
            <p:ph type="dt" sz="half" idx="10"/>
          </p:nvPr>
        </p:nvSpPr>
        <p:spPr/>
        <p:txBody>
          <a:bodyPr/>
          <a:lstStyle/>
          <a:p>
            <a:fld id="{25A5DA07-31DA-4F6E-A789-EA7B1DF47A34}" type="datetimeFigureOut">
              <a:rPr lang="en-US" smtClean="0"/>
              <a:t>5/16/2022</a:t>
            </a:fld>
            <a:endParaRPr lang="en-US"/>
          </a:p>
        </p:txBody>
      </p:sp>
      <p:sp>
        <p:nvSpPr>
          <p:cNvPr id="5" name="Footer Placeholder 4">
            <a:extLst>
              <a:ext uri="{FF2B5EF4-FFF2-40B4-BE49-F238E27FC236}">
                <a16:creationId xmlns:a16="http://schemas.microsoft.com/office/drawing/2014/main" id="{21AEC601-6FDB-A0F6-1CE5-0BA336EE0B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6C696C-BBC1-CA89-E2D1-5E335C1DFAC2}"/>
              </a:ext>
            </a:extLst>
          </p:cNvPr>
          <p:cNvSpPr>
            <a:spLocks noGrp="1"/>
          </p:cNvSpPr>
          <p:nvPr>
            <p:ph type="sldNum" sz="quarter" idx="12"/>
          </p:nvPr>
        </p:nvSpPr>
        <p:spPr/>
        <p:txBody>
          <a:bodyPr/>
          <a:lstStyle/>
          <a:p>
            <a:fld id="{FA65958A-44E9-4691-994D-99BF963012D7}" type="slidenum">
              <a:rPr lang="en-US" smtClean="0"/>
              <a:t>‹#›</a:t>
            </a:fld>
            <a:endParaRPr lang="en-US"/>
          </a:p>
        </p:txBody>
      </p:sp>
    </p:spTree>
    <p:extLst>
      <p:ext uri="{BB962C8B-B14F-4D97-AF65-F5344CB8AC3E}">
        <p14:creationId xmlns:p14="http://schemas.microsoft.com/office/powerpoint/2010/main" val="3661825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AAF3E-207A-8040-1DE5-C50FDE77F4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255FF4-C261-8417-A0B8-76867D0867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01020D-8EA4-82B5-C890-0A7C66AB37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FC870FC-5F3A-815F-4BDE-813660D74BDD}"/>
              </a:ext>
            </a:extLst>
          </p:cNvPr>
          <p:cNvSpPr>
            <a:spLocks noGrp="1"/>
          </p:cNvSpPr>
          <p:nvPr>
            <p:ph type="dt" sz="half" idx="10"/>
          </p:nvPr>
        </p:nvSpPr>
        <p:spPr/>
        <p:txBody>
          <a:bodyPr/>
          <a:lstStyle/>
          <a:p>
            <a:fld id="{25A5DA07-31DA-4F6E-A789-EA7B1DF47A34}" type="datetimeFigureOut">
              <a:rPr lang="en-US" smtClean="0"/>
              <a:t>5/16/2022</a:t>
            </a:fld>
            <a:endParaRPr lang="en-US"/>
          </a:p>
        </p:txBody>
      </p:sp>
      <p:sp>
        <p:nvSpPr>
          <p:cNvPr id="6" name="Footer Placeholder 5">
            <a:extLst>
              <a:ext uri="{FF2B5EF4-FFF2-40B4-BE49-F238E27FC236}">
                <a16:creationId xmlns:a16="http://schemas.microsoft.com/office/drawing/2014/main" id="{7C674783-C0B3-4912-6B0C-8AD154869B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368D26-73F9-9A5A-3E92-CA79AF1E04A5}"/>
              </a:ext>
            </a:extLst>
          </p:cNvPr>
          <p:cNvSpPr>
            <a:spLocks noGrp="1"/>
          </p:cNvSpPr>
          <p:nvPr>
            <p:ph type="sldNum" sz="quarter" idx="12"/>
          </p:nvPr>
        </p:nvSpPr>
        <p:spPr/>
        <p:txBody>
          <a:bodyPr/>
          <a:lstStyle/>
          <a:p>
            <a:fld id="{FA65958A-44E9-4691-994D-99BF963012D7}" type="slidenum">
              <a:rPr lang="en-US" smtClean="0"/>
              <a:t>‹#›</a:t>
            </a:fld>
            <a:endParaRPr lang="en-US"/>
          </a:p>
        </p:txBody>
      </p:sp>
    </p:spTree>
    <p:extLst>
      <p:ext uri="{BB962C8B-B14F-4D97-AF65-F5344CB8AC3E}">
        <p14:creationId xmlns:p14="http://schemas.microsoft.com/office/powerpoint/2010/main" val="1196399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55215-9C71-B0DE-6CEC-CE7FBC1962B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E01875-C153-2C2A-A88B-40371ACD64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D6C4D2-2173-A015-BB81-CA8DC7CD3C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94CAEFA-5451-BBC3-80A8-8B9C4CEFF3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FEAEC4-5263-A7E3-F4C2-003209B044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8C9D3E0-F393-D7A2-7947-21DF00CDEDA4}"/>
              </a:ext>
            </a:extLst>
          </p:cNvPr>
          <p:cNvSpPr>
            <a:spLocks noGrp="1"/>
          </p:cNvSpPr>
          <p:nvPr>
            <p:ph type="dt" sz="half" idx="10"/>
          </p:nvPr>
        </p:nvSpPr>
        <p:spPr/>
        <p:txBody>
          <a:bodyPr/>
          <a:lstStyle/>
          <a:p>
            <a:fld id="{25A5DA07-31DA-4F6E-A789-EA7B1DF47A34}" type="datetimeFigureOut">
              <a:rPr lang="en-US" smtClean="0"/>
              <a:t>5/16/2022</a:t>
            </a:fld>
            <a:endParaRPr lang="en-US"/>
          </a:p>
        </p:txBody>
      </p:sp>
      <p:sp>
        <p:nvSpPr>
          <p:cNvPr id="8" name="Footer Placeholder 7">
            <a:extLst>
              <a:ext uri="{FF2B5EF4-FFF2-40B4-BE49-F238E27FC236}">
                <a16:creationId xmlns:a16="http://schemas.microsoft.com/office/drawing/2014/main" id="{0610BC32-F053-52F4-C939-0B462D6C7AB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9746AA-ADC1-A44A-F325-A68CBDF51683}"/>
              </a:ext>
            </a:extLst>
          </p:cNvPr>
          <p:cNvSpPr>
            <a:spLocks noGrp="1"/>
          </p:cNvSpPr>
          <p:nvPr>
            <p:ph type="sldNum" sz="quarter" idx="12"/>
          </p:nvPr>
        </p:nvSpPr>
        <p:spPr/>
        <p:txBody>
          <a:bodyPr/>
          <a:lstStyle/>
          <a:p>
            <a:fld id="{FA65958A-44E9-4691-994D-99BF963012D7}" type="slidenum">
              <a:rPr lang="en-US" smtClean="0"/>
              <a:t>‹#›</a:t>
            </a:fld>
            <a:endParaRPr lang="en-US"/>
          </a:p>
        </p:txBody>
      </p:sp>
    </p:spTree>
    <p:extLst>
      <p:ext uri="{BB962C8B-B14F-4D97-AF65-F5344CB8AC3E}">
        <p14:creationId xmlns:p14="http://schemas.microsoft.com/office/powerpoint/2010/main" val="3081131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9C812-07EE-72AA-ED52-7F85CB00CFE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72809AA-4E2E-D0CB-D45D-6594361122A9}"/>
              </a:ext>
            </a:extLst>
          </p:cNvPr>
          <p:cNvSpPr>
            <a:spLocks noGrp="1"/>
          </p:cNvSpPr>
          <p:nvPr>
            <p:ph type="dt" sz="half" idx="10"/>
          </p:nvPr>
        </p:nvSpPr>
        <p:spPr/>
        <p:txBody>
          <a:bodyPr/>
          <a:lstStyle/>
          <a:p>
            <a:fld id="{25A5DA07-31DA-4F6E-A789-EA7B1DF47A34}" type="datetimeFigureOut">
              <a:rPr lang="en-US" smtClean="0"/>
              <a:t>5/16/2022</a:t>
            </a:fld>
            <a:endParaRPr lang="en-US"/>
          </a:p>
        </p:txBody>
      </p:sp>
      <p:sp>
        <p:nvSpPr>
          <p:cNvPr id="4" name="Footer Placeholder 3">
            <a:extLst>
              <a:ext uri="{FF2B5EF4-FFF2-40B4-BE49-F238E27FC236}">
                <a16:creationId xmlns:a16="http://schemas.microsoft.com/office/drawing/2014/main" id="{33D13A7F-9674-0AFD-009C-C6907E3E77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47BAA49-026A-6250-900A-8EC352EBE411}"/>
              </a:ext>
            </a:extLst>
          </p:cNvPr>
          <p:cNvSpPr>
            <a:spLocks noGrp="1"/>
          </p:cNvSpPr>
          <p:nvPr>
            <p:ph type="sldNum" sz="quarter" idx="12"/>
          </p:nvPr>
        </p:nvSpPr>
        <p:spPr/>
        <p:txBody>
          <a:bodyPr/>
          <a:lstStyle/>
          <a:p>
            <a:fld id="{FA65958A-44E9-4691-994D-99BF963012D7}" type="slidenum">
              <a:rPr lang="en-US" smtClean="0"/>
              <a:t>‹#›</a:t>
            </a:fld>
            <a:endParaRPr lang="en-US"/>
          </a:p>
        </p:txBody>
      </p:sp>
    </p:spTree>
    <p:extLst>
      <p:ext uri="{BB962C8B-B14F-4D97-AF65-F5344CB8AC3E}">
        <p14:creationId xmlns:p14="http://schemas.microsoft.com/office/powerpoint/2010/main" val="1919612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3D939C-3A7F-314E-6522-7BB026B2D798}"/>
              </a:ext>
            </a:extLst>
          </p:cNvPr>
          <p:cNvSpPr>
            <a:spLocks noGrp="1"/>
          </p:cNvSpPr>
          <p:nvPr>
            <p:ph type="dt" sz="half" idx="10"/>
          </p:nvPr>
        </p:nvSpPr>
        <p:spPr/>
        <p:txBody>
          <a:bodyPr/>
          <a:lstStyle/>
          <a:p>
            <a:fld id="{25A5DA07-31DA-4F6E-A789-EA7B1DF47A34}" type="datetimeFigureOut">
              <a:rPr lang="en-US" smtClean="0"/>
              <a:t>5/16/2022</a:t>
            </a:fld>
            <a:endParaRPr lang="en-US"/>
          </a:p>
        </p:txBody>
      </p:sp>
      <p:sp>
        <p:nvSpPr>
          <p:cNvPr id="3" name="Footer Placeholder 2">
            <a:extLst>
              <a:ext uri="{FF2B5EF4-FFF2-40B4-BE49-F238E27FC236}">
                <a16:creationId xmlns:a16="http://schemas.microsoft.com/office/drawing/2014/main" id="{0C504EDD-3500-DE25-96E4-DB06A0BFBAF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943738-B806-0ADF-9AEC-96AD1580E6BD}"/>
              </a:ext>
            </a:extLst>
          </p:cNvPr>
          <p:cNvSpPr>
            <a:spLocks noGrp="1"/>
          </p:cNvSpPr>
          <p:nvPr>
            <p:ph type="sldNum" sz="quarter" idx="12"/>
          </p:nvPr>
        </p:nvSpPr>
        <p:spPr/>
        <p:txBody>
          <a:bodyPr/>
          <a:lstStyle/>
          <a:p>
            <a:fld id="{FA65958A-44E9-4691-994D-99BF963012D7}" type="slidenum">
              <a:rPr lang="en-US" smtClean="0"/>
              <a:t>‹#›</a:t>
            </a:fld>
            <a:endParaRPr lang="en-US"/>
          </a:p>
        </p:txBody>
      </p:sp>
    </p:spTree>
    <p:extLst>
      <p:ext uri="{BB962C8B-B14F-4D97-AF65-F5344CB8AC3E}">
        <p14:creationId xmlns:p14="http://schemas.microsoft.com/office/powerpoint/2010/main" val="4277044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DF9BD-29BB-1D78-EC27-F6FCF09E32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ED5775F-9466-DD42-02C3-66F3FE7F15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54487CE-71D9-C55B-54B3-C265979AC9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5B4074-00F5-509F-728C-78A0DFC7D00F}"/>
              </a:ext>
            </a:extLst>
          </p:cNvPr>
          <p:cNvSpPr>
            <a:spLocks noGrp="1"/>
          </p:cNvSpPr>
          <p:nvPr>
            <p:ph type="dt" sz="half" idx="10"/>
          </p:nvPr>
        </p:nvSpPr>
        <p:spPr/>
        <p:txBody>
          <a:bodyPr/>
          <a:lstStyle/>
          <a:p>
            <a:fld id="{25A5DA07-31DA-4F6E-A789-EA7B1DF47A34}" type="datetimeFigureOut">
              <a:rPr lang="en-US" smtClean="0"/>
              <a:t>5/16/2022</a:t>
            </a:fld>
            <a:endParaRPr lang="en-US"/>
          </a:p>
        </p:txBody>
      </p:sp>
      <p:sp>
        <p:nvSpPr>
          <p:cNvPr id="6" name="Footer Placeholder 5">
            <a:extLst>
              <a:ext uri="{FF2B5EF4-FFF2-40B4-BE49-F238E27FC236}">
                <a16:creationId xmlns:a16="http://schemas.microsoft.com/office/drawing/2014/main" id="{2326F56B-4B10-2A69-8A56-7AF59115E5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EA679A-A7B4-37B1-0CA2-2B1035CBB0D7}"/>
              </a:ext>
            </a:extLst>
          </p:cNvPr>
          <p:cNvSpPr>
            <a:spLocks noGrp="1"/>
          </p:cNvSpPr>
          <p:nvPr>
            <p:ph type="sldNum" sz="quarter" idx="12"/>
          </p:nvPr>
        </p:nvSpPr>
        <p:spPr/>
        <p:txBody>
          <a:bodyPr/>
          <a:lstStyle/>
          <a:p>
            <a:fld id="{FA65958A-44E9-4691-994D-99BF963012D7}" type="slidenum">
              <a:rPr lang="en-US" smtClean="0"/>
              <a:t>‹#›</a:t>
            </a:fld>
            <a:endParaRPr lang="en-US"/>
          </a:p>
        </p:txBody>
      </p:sp>
    </p:spTree>
    <p:extLst>
      <p:ext uri="{BB962C8B-B14F-4D97-AF65-F5344CB8AC3E}">
        <p14:creationId xmlns:p14="http://schemas.microsoft.com/office/powerpoint/2010/main" val="2345597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72645-FF29-BCEA-9413-6D27D97FAF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CAFA45-FA3F-3AD0-66E8-4ED618C257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A2973D0-B4D5-C951-E9B1-059F23B627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C9DEA6-ECF4-3951-E130-8CD8FFE32620}"/>
              </a:ext>
            </a:extLst>
          </p:cNvPr>
          <p:cNvSpPr>
            <a:spLocks noGrp="1"/>
          </p:cNvSpPr>
          <p:nvPr>
            <p:ph type="dt" sz="half" idx="10"/>
          </p:nvPr>
        </p:nvSpPr>
        <p:spPr/>
        <p:txBody>
          <a:bodyPr/>
          <a:lstStyle/>
          <a:p>
            <a:fld id="{25A5DA07-31DA-4F6E-A789-EA7B1DF47A34}" type="datetimeFigureOut">
              <a:rPr lang="en-US" smtClean="0"/>
              <a:t>5/16/2022</a:t>
            </a:fld>
            <a:endParaRPr lang="en-US"/>
          </a:p>
        </p:txBody>
      </p:sp>
      <p:sp>
        <p:nvSpPr>
          <p:cNvPr id="6" name="Footer Placeholder 5">
            <a:extLst>
              <a:ext uri="{FF2B5EF4-FFF2-40B4-BE49-F238E27FC236}">
                <a16:creationId xmlns:a16="http://schemas.microsoft.com/office/drawing/2014/main" id="{9E4FDFD3-A0EA-715C-4A49-7F9834A1C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7F0EBE-8DB4-0574-6B0B-1989F114D37F}"/>
              </a:ext>
            </a:extLst>
          </p:cNvPr>
          <p:cNvSpPr>
            <a:spLocks noGrp="1"/>
          </p:cNvSpPr>
          <p:nvPr>
            <p:ph type="sldNum" sz="quarter" idx="12"/>
          </p:nvPr>
        </p:nvSpPr>
        <p:spPr/>
        <p:txBody>
          <a:bodyPr/>
          <a:lstStyle/>
          <a:p>
            <a:fld id="{FA65958A-44E9-4691-994D-99BF963012D7}" type="slidenum">
              <a:rPr lang="en-US" smtClean="0"/>
              <a:t>‹#›</a:t>
            </a:fld>
            <a:endParaRPr lang="en-US"/>
          </a:p>
        </p:txBody>
      </p:sp>
    </p:spTree>
    <p:extLst>
      <p:ext uri="{BB962C8B-B14F-4D97-AF65-F5344CB8AC3E}">
        <p14:creationId xmlns:p14="http://schemas.microsoft.com/office/powerpoint/2010/main" val="3870314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93EF2-CA37-8B69-5B3B-4318B06F1F3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C921159-16FC-E8BA-8062-033B0F1923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C5D977-AF6F-C46D-9FBC-58C8A3949F1B}"/>
              </a:ext>
            </a:extLst>
          </p:cNvPr>
          <p:cNvSpPr>
            <a:spLocks noGrp="1"/>
          </p:cNvSpPr>
          <p:nvPr>
            <p:ph type="dt" sz="half" idx="10"/>
          </p:nvPr>
        </p:nvSpPr>
        <p:spPr/>
        <p:txBody>
          <a:bodyPr/>
          <a:lstStyle/>
          <a:p>
            <a:fld id="{25A5DA07-31DA-4F6E-A789-EA7B1DF47A34}" type="datetimeFigureOut">
              <a:rPr lang="en-US" smtClean="0"/>
              <a:t>5/16/2022</a:t>
            </a:fld>
            <a:endParaRPr lang="en-US"/>
          </a:p>
        </p:txBody>
      </p:sp>
      <p:sp>
        <p:nvSpPr>
          <p:cNvPr id="5" name="Footer Placeholder 4">
            <a:extLst>
              <a:ext uri="{FF2B5EF4-FFF2-40B4-BE49-F238E27FC236}">
                <a16:creationId xmlns:a16="http://schemas.microsoft.com/office/drawing/2014/main" id="{0AB9416B-22F1-F53D-B195-5BBBCB1D79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022F87-9B10-0380-B674-91CFB8B13964}"/>
              </a:ext>
            </a:extLst>
          </p:cNvPr>
          <p:cNvSpPr>
            <a:spLocks noGrp="1"/>
          </p:cNvSpPr>
          <p:nvPr>
            <p:ph type="sldNum" sz="quarter" idx="12"/>
          </p:nvPr>
        </p:nvSpPr>
        <p:spPr/>
        <p:txBody>
          <a:bodyPr/>
          <a:lstStyle/>
          <a:p>
            <a:fld id="{FA65958A-44E9-4691-994D-99BF963012D7}" type="slidenum">
              <a:rPr lang="en-US" smtClean="0"/>
              <a:t>‹#›</a:t>
            </a:fld>
            <a:endParaRPr lang="en-US"/>
          </a:p>
        </p:txBody>
      </p:sp>
    </p:spTree>
    <p:extLst>
      <p:ext uri="{BB962C8B-B14F-4D97-AF65-F5344CB8AC3E}">
        <p14:creationId xmlns:p14="http://schemas.microsoft.com/office/powerpoint/2010/main" val="3444297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0099B4-3D6C-F283-1153-730F1961474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19760D-0521-FFFC-E008-F39BAFEAB08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0B657A-A946-9428-BCF8-C70025BBB957}"/>
              </a:ext>
            </a:extLst>
          </p:cNvPr>
          <p:cNvSpPr>
            <a:spLocks noGrp="1"/>
          </p:cNvSpPr>
          <p:nvPr>
            <p:ph type="dt" sz="half" idx="10"/>
          </p:nvPr>
        </p:nvSpPr>
        <p:spPr/>
        <p:txBody>
          <a:bodyPr/>
          <a:lstStyle/>
          <a:p>
            <a:fld id="{25A5DA07-31DA-4F6E-A789-EA7B1DF47A34}" type="datetimeFigureOut">
              <a:rPr lang="en-US" smtClean="0"/>
              <a:t>5/16/2022</a:t>
            </a:fld>
            <a:endParaRPr lang="en-US"/>
          </a:p>
        </p:txBody>
      </p:sp>
      <p:sp>
        <p:nvSpPr>
          <p:cNvPr id="5" name="Footer Placeholder 4">
            <a:extLst>
              <a:ext uri="{FF2B5EF4-FFF2-40B4-BE49-F238E27FC236}">
                <a16:creationId xmlns:a16="http://schemas.microsoft.com/office/drawing/2014/main" id="{F3119ED0-8DB0-93FD-3F8B-7CBC4C80C5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6C753D-DCAF-84EE-4351-7A845C413353}"/>
              </a:ext>
            </a:extLst>
          </p:cNvPr>
          <p:cNvSpPr>
            <a:spLocks noGrp="1"/>
          </p:cNvSpPr>
          <p:nvPr>
            <p:ph type="sldNum" sz="quarter" idx="12"/>
          </p:nvPr>
        </p:nvSpPr>
        <p:spPr/>
        <p:txBody>
          <a:bodyPr/>
          <a:lstStyle/>
          <a:p>
            <a:fld id="{FA65958A-44E9-4691-994D-99BF963012D7}" type="slidenum">
              <a:rPr lang="en-US" smtClean="0"/>
              <a:t>‹#›</a:t>
            </a:fld>
            <a:endParaRPr lang="en-US"/>
          </a:p>
        </p:txBody>
      </p:sp>
    </p:spTree>
    <p:extLst>
      <p:ext uri="{BB962C8B-B14F-4D97-AF65-F5344CB8AC3E}">
        <p14:creationId xmlns:p14="http://schemas.microsoft.com/office/powerpoint/2010/main" val="4162563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A332D1-EB12-2EB4-463A-5E2DB677D6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A25A9D7-9733-F91A-7DAE-BE1AD891DD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074538-FC0C-2F48-11B8-34E2482011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A5DA07-31DA-4F6E-A789-EA7B1DF47A34}" type="datetimeFigureOut">
              <a:rPr lang="en-US" smtClean="0"/>
              <a:t>5/16/2022</a:t>
            </a:fld>
            <a:endParaRPr lang="en-US"/>
          </a:p>
        </p:txBody>
      </p:sp>
      <p:sp>
        <p:nvSpPr>
          <p:cNvPr id="5" name="Footer Placeholder 4">
            <a:extLst>
              <a:ext uri="{FF2B5EF4-FFF2-40B4-BE49-F238E27FC236}">
                <a16:creationId xmlns:a16="http://schemas.microsoft.com/office/drawing/2014/main" id="{8142FA86-19B0-DD4D-722C-89D095918E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6F201C0-3EA2-D784-FFFB-A4154E36C4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65958A-44E9-4691-994D-99BF963012D7}" type="slidenum">
              <a:rPr lang="en-US" smtClean="0"/>
              <a:t>‹#›</a:t>
            </a:fld>
            <a:endParaRPr lang="en-US"/>
          </a:p>
        </p:txBody>
      </p:sp>
    </p:spTree>
    <p:extLst>
      <p:ext uri="{BB962C8B-B14F-4D97-AF65-F5344CB8AC3E}">
        <p14:creationId xmlns:p14="http://schemas.microsoft.com/office/powerpoint/2010/main" val="36781163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tuffed animal on a trophy&#10;&#10;Description automatically generated with low confidence">
            <a:extLst>
              <a:ext uri="{FF2B5EF4-FFF2-40B4-BE49-F238E27FC236}">
                <a16:creationId xmlns:a16="http://schemas.microsoft.com/office/drawing/2014/main" id="{A32FEA0B-7A8F-F71D-3D3A-EEA07B9280BF}"/>
              </a:ext>
            </a:extLst>
          </p:cNvPr>
          <p:cNvPicPr>
            <a:picLocks noChangeAspect="1"/>
          </p:cNvPicPr>
          <p:nvPr/>
        </p:nvPicPr>
        <p:blipFill>
          <a:blip r:embed="rId2">
            <a:alphaModFix amt="15000"/>
            <a:extLst>
              <a:ext uri="{28A0092B-C50C-407E-A947-70E740481C1C}">
                <a14:useLocalDpi xmlns:a14="http://schemas.microsoft.com/office/drawing/2010/main" val="0"/>
              </a:ext>
            </a:extLst>
          </a:blip>
          <a:stretch>
            <a:fillRect/>
          </a:stretch>
        </p:blipFill>
        <p:spPr>
          <a:xfrm>
            <a:off x="502715" y="116897"/>
            <a:ext cx="5332028" cy="2691618"/>
          </a:xfrm>
          <a:prstGeom prst="rect">
            <a:avLst/>
          </a:prstGeom>
        </p:spPr>
      </p:pic>
      <p:sp>
        <p:nvSpPr>
          <p:cNvPr id="4" name="TextBox 3">
            <a:extLst>
              <a:ext uri="{FF2B5EF4-FFF2-40B4-BE49-F238E27FC236}">
                <a16:creationId xmlns:a16="http://schemas.microsoft.com/office/drawing/2014/main" id="{D6AD244C-67DE-33FF-194C-6E67A79153A1}"/>
              </a:ext>
            </a:extLst>
          </p:cNvPr>
          <p:cNvSpPr txBox="1"/>
          <p:nvPr/>
        </p:nvSpPr>
        <p:spPr>
          <a:xfrm rot="10800000">
            <a:off x="4709885" y="6371771"/>
            <a:ext cx="1952171" cy="369332"/>
          </a:xfrm>
          <a:prstGeom prst="rect">
            <a:avLst/>
          </a:prstGeom>
          <a:noFill/>
        </p:spPr>
        <p:txBody>
          <a:bodyPr wrap="square" rtlCol="0">
            <a:spAutoFit/>
          </a:bodyPr>
          <a:lstStyle/>
          <a:p>
            <a:r>
              <a:rPr lang="en-US" dirty="0">
                <a:latin typeface="Algerian" panose="04020705040A02060702" pitchFamily="82" charset="0"/>
              </a:rPr>
              <a:t>Wolf Cup 2022</a:t>
            </a:r>
          </a:p>
        </p:txBody>
      </p:sp>
      <p:sp>
        <p:nvSpPr>
          <p:cNvPr id="5" name="TextBox 4">
            <a:extLst>
              <a:ext uri="{FF2B5EF4-FFF2-40B4-BE49-F238E27FC236}">
                <a16:creationId xmlns:a16="http://schemas.microsoft.com/office/drawing/2014/main" id="{DA95096F-C730-5F4F-DEDE-7EB19586395D}"/>
              </a:ext>
            </a:extLst>
          </p:cNvPr>
          <p:cNvSpPr txBox="1"/>
          <p:nvPr/>
        </p:nvSpPr>
        <p:spPr>
          <a:xfrm>
            <a:off x="503049" y="5955"/>
            <a:ext cx="889987" cy="369332"/>
          </a:xfrm>
          <a:prstGeom prst="rect">
            <a:avLst/>
          </a:prstGeom>
          <a:noFill/>
        </p:spPr>
        <p:txBody>
          <a:bodyPr wrap="none" rtlCol="0">
            <a:spAutoFit/>
          </a:bodyPr>
          <a:lstStyle/>
          <a:p>
            <a:r>
              <a:rPr lang="en-US" sz="1100" dirty="0"/>
              <a:t>Wolf</a:t>
            </a:r>
            <a:r>
              <a:rPr lang="en-US" dirty="0"/>
              <a:t> </a:t>
            </a:r>
            <a:r>
              <a:rPr lang="en-US" sz="1100" dirty="0"/>
              <a:t>Rules:</a:t>
            </a:r>
            <a:endParaRPr lang="en-US" dirty="0"/>
          </a:p>
        </p:txBody>
      </p:sp>
      <p:sp>
        <p:nvSpPr>
          <p:cNvPr id="8" name="TextBox 7">
            <a:extLst>
              <a:ext uri="{FF2B5EF4-FFF2-40B4-BE49-F238E27FC236}">
                <a16:creationId xmlns:a16="http://schemas.microsoft.com/office/drawing/2014/main" id="{3F5A551B-9D97-A8E8-6C16-E04F4ACA528E}"/>
              </a:ext>
            </a:extLst>
          </p:cNvPr>
          <p:cNvSpPr txBox="1"/>
          <p:nvPr/>
        </p:nvSpPr>
        <p:spPr>
          <a:xfrm>
            <a:off x="503049" y="246277"/>
            <a:ext cx="5471886" cy="461665"/>
          </a:xfrm>
          <a:prstGeom prst="rect">
            <a:avLst/>
          </a:prstGeom>
          <a:noFill/>
        </p:spPr>
        <p:txBody>
          <a:bodyPr wrap="square" rtlCol="0">
            <a:spAutoFit/>
          </a:bodyPr>
          <a:lstStyle/>
          <a:p>
            <a:pPr marL="231775" indent="-231775"/>
            <a:r>
              <a:rPr lang="en-US" sz="800" dirty="0"/>
              <a:t>We play $1 per point. We play one point for low ball and one point for low total. You also get points for net skins (winning the      hole outright) – 1 point for par, 2 points for birdie, and 3 points for eagle</a:t>
            </a:r>
          </a:p>
          <a:p>
            <a:r>
              <a:rPr lang="en-US" sz="800" dirty="0"/>
              <a:t>Double birdie bonus is in effect, but one of the birdies must be natural, not net</a:t>
            </a:r>
          </a:p>
        </p:txBody>
      </p:sp>
      <p:sp>
        <p:nvSpPr>
          <p:cNvPr id="9" name="TextBox 8">
            <a:extLst>
              <a:ext uri="{FF2B5EF4-FFF2-40B4-BE49-F238E27FC236}">
                <a16:creationId xmlns:a16="http://schemas.microsoft.com/office/drawing/2014/main" id="{50ECF161-39C6-563E-05D5-789CECD99BAA}"/>
              </a:ext>
            </a:extLst>
          </p:cNvPr>
          <p:cNvSpPr txBox="1"/>
          <p:nvPr/>
        </p:nvSpPr>
        <p:spPr>
          <a:xfrm>
            <a:off x="503049" y="649775"/>
            <a:ext cx="5029200" cy="707886"/>
          </a:xfrm>
          <a:prstGeom prst="rect">
            <a:avLst/>
          </a:prstGeom>
          <a:noFill/>
        </p:spPr>
        <p:txBody>
          <a:bodyPr wrap="square" rtlCol="0">
            <a:spAutoFit/>
          </a:bodyPr>
          <a:lstStyle/>
          <a:p>
            <a:r>
              <a:rPr lang="en-US" sz="800" dirty="0"/>
              <a:t>Junk – We play greenies and polies. Greenies are closest to the pin with validation (two putts or less).</a:t>
            </a:r>
          </a:p>
          <a:p>
            <a:pPr marL="231775"/>
            <a:r>
              <a:rPr lang="en-US" sz="800" dirty="0"/>
              <a:t>Double greenie bonus comes into play if both partners are inside the other team (can’t get as wolf) and both must validate. No greenie carryover. Polies are any shot longer than the flagstick that goes in, on or off the green. You only get one opportunity for polie putting (and you can’t putt off the green and then chip in for polie</a:t>
            </a:r>
          </a:p>
        </p:txBody>
      </p:sp>
      <p:sp>
        <p:nvSpPr>
          <p:cNvPr id="10" name="TextBox 9">
            <a:extLst>
              <a:ext uri="{FF2B5EF4-FFF2-40B4-BE49-F238E27FC236}">
                <a16:creationId xmlns:a16="http://schemas.microsoft.com/office/drawing/2014/main" id="{0AFFF2D4-A17D-D260-4D45-92392DAE0F64}"/>
              </a:ext>
            </a:extLst>
          </p:cNvPr>
          <p:cNvSpPr txBox="1"/>
          <p:nvPr/>
        </p:nvSpPr>
        <p:spPr>
          <a:xfrm>
            <a:off x="503049" y="1307853"/>
            <a:ext cx="5029200" cy="461665"/>
          </a:xfrm>
          <a:prstGeom prst="rect">
            <a:avLst/>
          </a:prstGeom>
          <a:noFill/>
        </p:spPr>
        <p:txBody>
          <a:bodyPr wrap="square" rtlCol="0">
            <a:spAutoFit/>
          </a:bodyPr>
          <a:lstStyle/>
          <a:p>
            <a:pPr marL="231775" indent="-231775"/>
            <a:r>
              <a:rPr lang="en-US" sz="800" dirty="0"/>
              <a:t>The order for wolf stays the same the whole game. The wolf hits first. Everyone else follows in the same order as before. If you declare wolf before anyone hits you are truly a man and you get an extra skin if you win the hole. Every player gets to be wolf on one par three. Tees will rotate weekly. </a:t>
            </a:r>
          </a:p>
        </p:txBody>
      </p:sp>
      <p:sp>
        <p:nvSpPr>
          <p:cNvPr id="11" name="TextBox 10">
            <a:extLst>
              <a:ext uri="{FF2B5EF4-FFF2-40B4-BE49-F238E27FC236}">
                <a16:creationId xmlns:a16="http://schemas.microsoft.com/office/drawing/2014/main" id="{2E2CA755-DCB9-5D00-0BA7-8227E606D81D}"/>
              </a:ext>
            </a:extLst>
          </p:cNvPr>
          <p:cNvSpPr txBox="1"/>
          <p:nvPr/>
        </p:nvSpPr>
        <p:spPr>
          <a:xfrm>
            <a:off x="502714" y="1708789"/>
            <a:ext cx="4850078" cy="338554"/>
          </a:xfrm>
          <a:prstGeom prst="rect">
            <a:avLst/>
          </a:prstGeom>
          <a:noFill/>
        </p:spPr>
        <p:txBody>
          <a:bodyPr wrap="square" rtlCol="0">
            <a:spAutoFit/>
          </a:bodyPr>
          <a:lstStyle/>
          <a:p>
            <a:pPr marL="231775" indent="-231775"/>
            <a:r>
              <a:rPr lang="en-US" sz="800" dirty="0"/>
              <a:t>Everyone must go Wolf once per round during the first 16 holes. If you haven’t gone wolf by your 4</a:t>
            </a:r>
            <a:r>
              <a:rPr lang="en-US" sz="800" baseline="30000" dirty="0"/>
              <a:t>th</a:t>
            </a:r>
            <a:r>
              <a:rPr lang="en-US" sz="800" dirty="0"/>
              <a:t> Wolf hole, you are going blind wolf without the additional skin (unless blind is called with at least 2 holes left)</a:t>
            </a:r>
          </a:p>
        </p:txBody>
      </p:sp>
      <p:sp>
        <p:nvSpPr>
          <p:cNvPr id="12" name="TextBox 11">
            <a:extLst>
              <a:ext uri="{FF2B5EF4-FFF2-40B4-BE49-F238E27FC236}">
                <a16:creationId xmlns:a16="http://schemas.microsoft.com/office/drawing/2014/main" id="{008957BB-04E7-A0D2-3B5E-0DCB654CA35F}"/>
              </a:ext>
            </a:extLst>
          </p:cNvPr>
          <p:cNvSpPr txBox="1"/>
          <p:nvPr/>
        </p:nvSpPr>
        <p:spPr>
          <a:xfrm>
            <a:off x="502714" y="1983916"/>
            <a:ext cx="4622800" cy="461665"/>
          </a:xfrm>
          <a:prstGeom prst="rect">
            <a:avLst/>
          </a:prstGeom>
          <a:noFill/>
        </p:spPr>
        <p:txBody>
          <a:bodyPr wrap="square" rtlCol="0">
            <a:spAutoFit/>
          </a:bodyPr>
          <a:lstStyle/>
          <a:p>
            <a:pPr marL="231775" indent="-231775"/>
            <a:r>
              <a:rPr lang="en-US" sz="800" dirty="0"/>
              <a:t>Whoever the biggest loser is moneywise is the wolf on the last two holes. In case of a tie, Harvey points for the round will be the tiebreaker. If still tied, Harvey points for the year will be the tiebreaker. If still tied, flip a coin. If the same two are tied after 17, the loser of the tiebreaker is wolf on 18. </a:t>
            </a:r>
          </a:p>
        </p:txBody>
      </p:sp>
      <p:sp>
        <p:nvSpPr>
          <p:cNvPr id="13" name="TextBox 12">
            <a:extLst>
              <a:ext uri="{FF2B5EF4-FFF2-40B4-BE49-F238E27FC236}">
                <a16:creationId xmlns:a16="http://schemas.microsoft.com/office/drawing/2014/main" id="{E46B5F64-A0E7-5F86-D22D-D25D3266C823}"/>
              </a:ext>
            </a:extLst>
          </p:cNvPr>
          <p:cNvSpPr txBox="1"/>
          <p:nvPr/>
        </p:nvSpPr>
        <p:spPr>
          <a:xfrm>
            <a:off x="502714" y="2352609"/>
            <a:ext cx="4622800" cy="338554"/>
          </a:xfrm>
          <a:prstGeom prst="rect">
            <a:avLst/>
          </a:prstGeom>
          <a:noFill/>
        </p:spPr>
        <p:txBody>
          <a:bodyPr wrap="square" rtlCol="0">
            <a:spAutoFit/>
          </a:bodyPr>
          <a:lstStyle/>
          <a:p>
            <a:pPr marL="231775" indent="-231775"/>
            <a:r>
              <a:rPr lang="en-US" sz="800" dirty="0"/>
              <a:t>If you lose wolf, you lose low ball and low total to the other three players, plus junk when applicable. When you win as Wolf, it is the reverse, two points per player plus junk.</a:t>
            </a:r>
          </a:p>
        </p:txBody>
      </p:sp>
    </p:spTree>
    <p:extLst>
      <p:ext uri="{BB962C8B-B14F-4D97-AF65-F5344CB8AC3E}">
        <p14:creationId xmlns:p14="http://schemas.microsoft.com/office/powerpoint/2010/main" val="31195320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389</Words>
  <Application>Microsoft Office PowerPoint</Application>
  <PresentationFormat>Widescreen</PresentationFormat>
  <Paragraphs>10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Algerian</vt:lpstr>
      <vt:lpstr>Arial</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Josh Stoll</dc:creator>
  <cp:lastModifiedBy>Josh Stoll</cp:lastModifiedBy>
  <cp:revision>1</cp:revision>
  <dcterms:created xsi:type="dcterms:W3CDTF">2022-05-13T14:51:48Z</dcterms:created>
  <dcterms:modified xsi:type="dcterms:W3CDTF">2022-05-16T20:40:37Z</dcterms:modified>
</cp:coreProperties>
</file>